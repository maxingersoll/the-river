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RIVER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Timer Design 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18288"/>
          </a:xfrm>
          <a:prstGeom prst="rect">
            <a:avLst/>
          </a:prstGeom>
          <a:solidFill>
            <a:srgbClr val="8B76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iteration, from first commit to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versions  ·  7 competitions  ·  1 vision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 COMMANDMENTS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guiding principles for every timer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is the hero — timer text dominates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75688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029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Under-stimulate, never over-stimulate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34056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6883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should be FELT, not shown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392424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3467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earns complexity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050792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50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005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not 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is your friend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075688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029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or nothing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734056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6883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executed perfectly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392424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33467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must breathe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4050792"/>
            <a:ext cx="320040" cy="320040"/>
          </a:xfrm>
          <a:prstGeom prst="ellipse">
            <a:avLst/>
          </a:prstGeom>
          <a:solidFill>
            <a:srgbClr val="C8A864">
              <a:alpha val="15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050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4005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a glance in peripheral vision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Timer Beautification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— typography as 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timer upgrade. 5-expert panel: Jony Ive, Dieter Rams, Natasha Jen, Luke Wroblewski, Steve Miner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serif at 80px running, DM Serif Display on stop — typography with presence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Pulsing colon as heartbeat: visible when running, disappears when paused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color deepening: water-2 to water-5 over 30 minutes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800ms pride moment on stop with settle animation before save 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41410"/>
          </a:solidFill>
          <a:ln w="6350">
            <a:solidFill>
              <a:srgbClr val="8B7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colon disappears when paused — the heartbeat stops"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7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 synthesis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Timer Beautification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but purely typographic — no visual metaphor for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sense of time passing beyond color shift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pulsing colon was universally loved — kept in every subsequent version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color was the first seed of what became the Color Journey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foundation, needs a visual layer. The typography is the skeleton — but where's the soul?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 River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visual metaphor — a drop becomes a trail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descends leaving a luminous Catmull-Rom trail during practice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deepens over time. Tap to peek at the clock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 at a visual metaphor: the river as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trail was a single continuous curve — elegant in concept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 River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literal — a falling drop doesn't evoke practice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complexity not earned progressively (appears all at once)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metaphor was right: river = time. But drops = dripping, not flowing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introduction of 'tap to peek' — a UX pattern that stuck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direction (metaphor), wrong execution. The river is the soul, but a drip isn't a river.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Bloom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rings from a luminous 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rings emanate from 3-layer luminous core every 12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wobble per ring, water-2 to water-4 color progression with lavender accents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animate ripples + bloom-breathe CSS animation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introduced countdown mode: pill selector (∞  15  25  45  60)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Bloom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busy — multiple rings competing for attention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Commandment 2: under-stimulate, never over-stimulate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mode was a keeper — survived every subsequent redesign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Lavender accents felt off-brand for the warm direction coming later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addition good (countdown mode), visual too active. Multiple rings = multiple distractions.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Quiet Water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Turrell / Eno / Rams — ambient, ignorable, beautiful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the chaotic Aurora ribbons with slow, wide, glowing currents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noise + fractal Brownian motion (fBm) — zero grid artifacts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redraw each frame: no accumulation, no visual artifacts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text IS the focal point — everything else is atmosphere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current emerges as reward after 10 minutes of practice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41410"/>
          </a:solidFill>
          <a:ln w="6350">
            <a:solidFill>
              <a:srgbClr val="8B7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definitely looking better than before. Nice job."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7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Quiet Water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subtle — hard to perceive meaningful change over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visual metaphor: what IS the thing you're looking at?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VIBE — saved as git tag 'quiet-water-v1'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Turrell influence (light as medium) planted the seed for Gamma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calm energy, but lacks the 'thing' that makes it a timer. The vibe is approved — the form isn't.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Spiral Sun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K — 7-artist panel winner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Archimedean spiral with Raven Kwok noise displacement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to Amber to Sage color journey — NO BLUE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warms imperceptibly over 30 minutes (Eliasson 'Slow Sun')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 draw calls per frame, 60fps guaranteed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palette pivot: Max killed blue. This was the first warm version.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41410"/>
          </a:solidFill>
          <a:ln w="6350">
            <a:solidFill>
              <a:srgbClr val="8B7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Spiral Sun is okay... but I don't know if it's the best we can do."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7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Spiral Sun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interesting but the spiral metaphor doesn't connect to practice or rivers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journey was universally loved — became a permanent fixture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palette pivot (killing blue) was the real victory of this version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 Kwok's noise displacement technique proved its value here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shape, right colors. The spiral doesn't mean anything — but the color journey means everything.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 Vein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L — venation growth algorithm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Colonization Algorithm grows organic branches from center outward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 Kwok's actual venation technique — branches seek auxin particles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Lieberman breathing (0.3% scale oscillation) — alive, not animated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Kurokawa color journey: olive trunk to teal tips to mint glow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the timer — more time = more intricate = more beautiful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41410"/>
          </a:solidFill>
          <a:ln w="6350">
            <a:solidFill>
              <a:srgbClr val="8B7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"Love the concept, don't love the execution — kind of ugly. Also veins don't fit the RIVER metaphor."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7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 Vein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killed it: veins BRANCH. Rivers don't. Conceptual mismatch.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was rough — the branches looked organic but not beautiful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concept was powerful though — earned complexity over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feature (art vs numbers) was a UX win that carried forward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concept (earned complexity), wrong metaphor (branching ≠ flowing). Growth is the answer — but veins aren't the shape.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hourglass pivot — water drops fill a vessel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HOURGLASS PIVOT: water drops fall from top, create ripples on splash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rises over 30 minutes — filling a vessel with practice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hourglass-shaped container: the vessel as metaphor for practice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Bezier-curved hourglass outline with particle physics for drops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41410"/>
          </a:solidFill>
          <a:ln w="6350">
            <a:solidFill>
              <a:srgbClr val="8B7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hourglass is the move."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7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Basin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drops felt gimmicky — too much visual noise at the splash point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effects violated the calm aesthetic (Commandment 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HOURGLASS SHAPE was the breakthrough conceptual moment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vessel that fills with time — the most intuitive metaphor yet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container (hourglass), wrong filling (water drops). The shape is the breakthrough. Now we need the right substance.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 Hourglass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sand physics — grains fall, mound grows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sand hourglass: top depletes with funnel shape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 flow through the neck one by one — mesmerizing to watch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mound grows with realistic accumulation physics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ALL water drops, splashes, and ripples. Pure and clean.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41410"/>
          </a:solidFill>
          <a:ln w="6350">
            <a:solidFill>
              <a:srgbClr val="8B7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 climbs up slowly... I love that."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7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 Hourglass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 and satisfying — the climbing motion is addictive to watch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no color journey. It's just... sand colored. Flat and static.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the warmth and light that makes it feel alive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'climbing' quality is the key insight — visible, slow progression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climbing feel, but needs the glow. Sand has the motion — but where's the warmth?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 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siloed teams — Alpha, Beta, Gamma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(Digital Vanguard): animated noise texture with rising fill 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(Classic Elegance): minimal sand fill with watercolor bleed edge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(Nature &amp; Light): warm light filling from bottom like a lantern — WINNER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uses 13-layer rendering: base glow + gradient layers + glass refraction + specular highlights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geometry module + prototype switcher for blind comparison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41410"/>
          </a:solidFill>
          <a:ln w="6350">
            <a:solidFill>
              <a:srgbClr val="8B7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shape still is weird."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7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 (on the hourglass proportions)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 P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 too noisy — animated texture was distracting, not calming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Beta: too plain — watercolor bleed was subtle to the point of invisible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WON: warm amber light is the soul of the timer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Max's one complaint: hourglass proportions were off (neck too pinched)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Gamma light + Sand climbing = the dream combo. The warm amber glow IS the answer. Now fix the shape.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Vessel Shapes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Urn · Orb · Lantern — Gamma light in new containers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chose Gamma light but wanted to explore beyond the hourglass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Urn: classical amphora — narrow neck flaring to wide belly (most personality)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Orb: simple ellipse — serene, Moon-like, contemplative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Lantern: Noguchi Akari capsule — rounded rectangle, cozy warmth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Gamma's 13-layer light system clips into ANY shape via Canvas clip() — fully pluggable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fixed hourglass: wider neck (6% to 10%), softer curves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Vessel Shapes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pluggable vessel system is elegant engineering — shape-agnostic light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Urn has the most personality, Orb is the most serene, Lantern is the coziest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still using Gamma's UNIFORM fill — no climbing motion visible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beautiful containers waiting for the right filling behavior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 shapes, but they need Sand's climbing behavior. The light fills uniformly — it should RISE.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solidFill>
            <a:srgbClr val="C8A864">
              <a:alpha val="20000"/>
            </a:srgbClr>
          </a:solidFill>
          <a:ln w="12700">
            <a:solidFill>
              <a:srgbClr val="C8A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 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85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· Refinery · Hearth — warmth meets climbing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teams combining Gamma's warm light WITH Sand's visible climbing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Foundry: luminous substance rises with curved meniscus, thin stream through neck, subsurface wall glow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Refinery: Gamma + noise-displaced luminous horizon boundary (surgery, not invention)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Hearth: growing FLAME with Kwok-style algorithmic noise texture and ember particles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COLOR_JOURNEY: teal → verdigris → olivine → golden → warm amber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Screenshots: 2min · 15min · 1hr ]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 Q — Critique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Foundry: most PHYSICAL — feels like watching honey or molten amber pour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Refinery: SIMPLEST fix — gives Gamma's light a visible rising edge. Less is more.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Hearth: most EMOTIONAL — fire is primal, meditative, alive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successfully merge warmth + climbing. The question: which speaks to Max?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E1E1E"/>
          </a:solidFill>
          <a:ln w="19050">
            <a:solidFill>
              <a:srgbClr val="C8A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strong candidates. Each solves the same problem differently. The answer is in Max's gut.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8A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C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MOVE?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280160"/>
            <a:ext cx="365760" cy="365760"/>
          </a:xfrm>
          <a:prstGeom prst="ellipse">
            <a:avLst/>
          </a:prstGeom>
          <a:solidFill>
            <a:srgbClr val="C8A86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prototype speaks to you?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087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(physical pour)  ·  Refinery (minimal horizon)  ·  Hearth (living flame)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194560"/>
            <a:ext cx="365760" cy="365760"/>
          </a:xfrm>
          <a:prstGeom prst="ellipse">
            <a:avLst/>
          </a:prstGeom>
          <a:solidFill>
            <a:srgbClr val="C8A86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vessel shape?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Hourglass (classic)  ·  Urn (amphora)  ·  Orb (ellipse)  ·  Lantern (Noguchi)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108960"/>
            <a:ext cx="365760" cy="365760"/>
          </a:xfrm>
          <a:prstGeom prst="ellipse">
            <a:avLst/>
          </a:prstGeom>
          <a:solidFill>
            <a:srgbClr val="C8A86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017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the color journey stay?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337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→ Verdigris → Olivine → Golden → Warm Amber   or   something new?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023360"/>
            <a:ext cx="365760" cy="365760"/>
          </a:xfrm>
          <a:prstGeom prst="ellipse">
            <a:avLst/>
          </a:prstGeom>
          <a:solidFill>
            <a:srgbClr val="C8A864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931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we need another round?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251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one of these  ·  Combine elements  ·  One more competition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 is in the feeling. Play with each one. Live with it for a few minutes. Trust your gut.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River — Timer Design Review</dc:title>
  <dc:subject>PptxGenJS Presentation</dc:subject>
  <dc:creator>The River</dc:creator>
  <cp:lastModifiedBy>The River</cp:lastModifiedBy>
  <cp:revision>1</cp:revision>
  <dcterms:created xsi:type="dcterms:W3CDTF">2026-03-12T08:14:47Z</dcterms:created>
  <dcterms:modified xsi:type="dcterms:W3CDTF">2026-03-12T08:14:47Z</dcterms:modified>
</cp:coreProperties>
</file>